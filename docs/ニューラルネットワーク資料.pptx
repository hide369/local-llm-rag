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60" r:id="rId2"/>
    <p:sldId id="328" r:id="rId3"/>
    <p:sldId id="327" r:id="rId4"/>
    <p:sldId id="337" r:id="rId5"/>
    <p:sldId id="341" r:id="rId6"/>
    <p:sldId id="340" r:id="rId7"/>
    <p:sldId id="350" r:id="rId8"/>
    <p:sldId id="351" r:id="rId9"/>
    <p:sldId id="348" r:id="rId10"/>
    <p:sldId id="347" r:id="rId11"/>
    <p:sldId id="342" r:id="rId12"/>
    <p:sldId id="333" r:id="rId13"/>
    <p:sldId id="343" r:id="rId14"/>
    <p:sldId id="344" r:id="rId15"/>
    <p:sldId id="345" r:id="rId16"/>
    <p:sldId id="34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72A"/>
    <a:srgbClr val="243766"/>
    <a:srgbClr val="E1F2CE"/>
    <a:srgbClr val="E6D5F3"/>
    <a:srgbClr val="0B111F"/>
    <a:srgbClr val="10192E"/>
    <a:srgbClr val="000000"/>
    <a:srgbClr val="0C0C0C"/>
    <a:srgbClr val="090E19"/>
    <a:srgbClr val="141F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7354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FB70F-2B57-637F-AF37-27D5921A9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20EFA8-828E-FF2E-2628-23AAD7A5CB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5A6FC3-E6B0-F0B4-B173-25839AA88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145C0-55DA-12A8-E565-144EF45888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6939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B2A35-9695-526E-1AE9-BC3112444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BC7B8C-7036-1A4A-B3FE-ABF587C38D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685913-EA23-AE67-E6F0-4441DB975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5E2F0-DCF9-CF48-43FB-2DFEE680CB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8435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9DF60-8E20-DFDE-2CD2-6C64A87EF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42CFAC-1190-2B72-FDA9-17A6A68A29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F73E78-EE2E-C396-B9CA-9022AB5BA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850A6-45EE-5A76-EE70-EA29BB4D5E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6805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C432D-31F5-FF24-086F-61DA69F0B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F2B74B-189C-9633-8818-70332DA0E6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8135C-0B14-1AD9-7A40-DDE52A09C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B91CA-D9BD-88EA-1B20-6904D061AD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673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5FA2F-063E-6DB4-69B1-CE6A5C60D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8010B5-A18D-BD94-124B-B57EB858F2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5FFAA5-F039-2206-FBDA-F23CD2206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E0390-CDAE-2A55-0D58-FC8E28547C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8290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B2183-95FE-EE9C-3961-7D2633CFB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5AB5C4-2397-2AAA-EA54-43DD21586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B07FF2-644D-9A87-3033-28386E09D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21F6D-0C0C-75DB-BAFC-D71A45B3FD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0615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D978E-081E-BB73-13F7-6D2B48BAE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3B245A-661B-F739-93C3-E333E16A4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AC963C-C90F-32B1-4F51-759FB109A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FF598-5426-0392-49BF-36AD1B7E64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1478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5AA16-24BE-32E5-D81F-70ABFE417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A780DF-1726-B7B3-8B9E-FE2916027F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A1923E-595A-330A-8B8A-BCC38EAB0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CC8FF-E51A-D71E-4C85-B84C0F3854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0928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00B81-D9AA-6BF1-27E7-9D24C3A4B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AE15C9-36E2-C239-1458-A9D206978E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453F56-3881-A536-C49A-AB8725B24A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76D71-3EF7-7D8B-CB23-C0B7480572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939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E24F8-5799-7500-7F91-0364C6FE0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D0726C-C0CE-1DCD-7647-F8F041304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98BDAC-E9EC-A7CA-F772-FB1C329BDE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C5EC5-606F-D281-870A-66B8A1D3D7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7254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BFA13-859F-42DE-C187-30223DD0B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B8D38F-9B7E-9EB2-5D13-05E3212B38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373EBB-C7CD-A525-FC8D-4FD05DDFFB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98032-0CC1-3216-DA1B-5FBFB1BB4E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8693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37795-5C2A-A181-AB8B-3D4248F18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831FFA-DEBC-9D9D-3E1F-67C53DBCF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42AD8D-4537-B104-E2BB-2AB0814FE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2D4B0-801D-52F1-70AA-CB4A0B1D36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0078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698A0-8515-2D60-B8AF-64776DB12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37BA9E-15A5-8E5E-E950-EDFF35FF92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FD5632-BEAE-532A-345B-F34E497EBA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6892A-2D10-4728-69F8-4982508B3B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1697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496C3-4152-F38E-99A3-D1375D796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57FDD8-F7E3-0FD7-69E7-52DEB0CA37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613952-3F83-0B01-4212-DB7BBA790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3E8C4-A94B-749C-54DE-F059BA87EE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3959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26AD0-D0D0-FEE5-D4F5-0105D164D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7D4C13-7C08-8E96-E180-7DBD67C6F4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A3F6FA-DC0E-28A8-8E74-9971EB704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D16CF-1C19-3D3D-5088-15545EE4AB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997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459768-A626-B748-FD2B-AF3F0EC567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A724559-42E5-C7B1-4EA5-A07A610F23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08696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D8D76D-434F-2A97-29A8-4EB8BA433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38BCD7-D12D-2D30-BB0F-409D23CB3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53859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gradFill>
          <a:gsLst>
            <a:gs pos="0">
              <a:srgbClr val="243766"/>
            </a:gs>
            <a:gs pos="68000">
              <a:srgbClr val="0F172A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2">
            <a:extLst>
              <a:ext uri="{FF2B5EF4-FFF2-40B4-BE49-F238E27FC236}">
                <a16:creationId xmlns:a16="http://schemas.microsoft.com/office/drawing/2014/main" id="{F6B32194-801A-B0FE-048B-386EC6F0B2C9}"/>
              </a:ext>
            </a:extLst>
          </p:cNvPr>
          <p:cNvSpPr/>
          <p:nvPr/>
        </p:nvSpPr>
        <p:spPr>
          <a:xfrm>
            <a:off x="457200" y="1526343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3B82F6"/>
                </a:solidFill>
                <a:latin typeface="Arial Black" pitchFamily="34" charset="0"/>
              </a:rPr>
              <a:t>1</a:t>
            </a:r>
            <a:endParaRPr lang="en-US" sz="60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3F698531-32B3-89DC-9379-555FAB2C1ADF}"/>
              </a:ext>
            </a:extLst>
          </p:cNvPr>
          <p:cNvSpPr/>
          <p:nvPr/>
        </p:nvSpPr>
        <p:spPr>
          <a:xfrm>
            <a:off x="457200" y="2300066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FFFFFF"/>
                </a:solidFill>
                <a:latin typeface="+mj-ea"/>
                <a:ea typeface="+mj-ea"/>
                <a:cs typeface="Arial Black" pitchFamily="34" charset="-120"/>
              </a:rPr>
              <a:t>ニューラルネットワークの基礎知識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005E5878-1D19-77C6-06FC-C4B0047DAF74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753D69-372B-5B36-27B7-879FC7198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9B5BD859-D824-6E88-265E-CE12E16AB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95D2B3D1-E759-AE50-72F6-1767D6BB94FC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702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329BBF-1CE9-2936-3B26-5239961E9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DA6E988C-4BA1-1FAD-6D26-95650ED7E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79B19752-8803-0EB0-7A4B-618239B9BE13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374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6F300-179F-CDA6-195C-29F5289CC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9FC4AEBA-F742-78F8-4916-92C0B7CC9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46F9E92F-B849-1B6C-0368-A6E94FDE0A90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64B52-3C16-13DE-EB1A-814AF0932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9CF4918C-597E-E44E-E130-A2B371AAE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6A122292-3206-343D-06BE-4E49E9CF86BE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87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20838-B9BE-5E14-FC7A-F7F058436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CD23243E-0F2D-8AC3-75D2-546B3885B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8DB63572-F8A5-FF4F-9B64-21E396AAC583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360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243766"/>
            </a:gs>
            <a:gs pos="68000">
              <a:srgbClr val="0F172A"/>
            </a:gs>
          </a:gsLst>
          <a:lin ang="162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6D56F5-FD26-BB48-4F25-96AB37A9B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2">
            <a:extLst>
              <a:ext uri="{FF2B5EF4-FFF2-40B4-BE49-F238E27FC236}">
                <a16:creationId xmlns:a16="http://schemas.microsoft.com/office/drawing/2014/main" id="{AE1A772B-7748-2EA0-B178-EED14D6590A8}"/>
              </a:ext>
            </a:extLst>
          </p:cNvPr>
          <p:cNvSpPr/>
          <p:nvPr/>
        </p:nvSpPr>
        <p:spPr>
          <a:xfrm>
            <a:off x="457200" y="1526343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3B82F6"/>
                </a:solidFill>
                <a:latin typeface="Arial Black" pitchFamily="34" charset="0"/>
              </a:rPr>
              <a:t>2</a:t>
            </a:r>
            <a:endParaRPr lang="en-US" sz="60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4C4DF0B2-0788-FE8C-6CFF-00F40B52BAC2}"/>
              </a:ext>
            </a:extLst>
          </p:cNvPr>
          <p:cNvSpPr/>
          <p:nvPr/>
        </p:nvSpPr>
        <p:spPr>
          <a:xfrm>
            <a:off x="457200" y="2300066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ja-JP" altLang="en-US" sz="3200" b="1" dirty="0">
                <a:solidFill>
                  <a:srgbClr val="FFFFFF"/>
                </a:solidFill>
                <a:latin typeface="+mj-ea"/>
                <a:ea typeface="+mj-ea"/>
                <a:cs typeface="Arial Black" pitchFamily="34" charset="-120"/>
              </a:rPr>
              <a:t>ニューラルネットワークの</a:t>
            </a:r>
            <a:r>
              <a:rPr lang="ja-JP" altLang="en-US" sz="3200" b="1" dirty="0">
                <a:solidFill>
                  <a:srgbClr val="FFFFFF"/>
                </a:solidFill>
                <a:latin typeface="+mj-ea"/>
                <a:ea typeface="+mj-ea"/>
              </a:rPr>
              <a:t>学習手法</a:t>
            </a:r>
            <a:endParaRPr lang="ja-JP" altLang="en-US" sz="3200" b="1" dirty="0">
              <a:solidFill>
                <a:srgbClr val="FFFFFF"/>
              </a:solidFill>
              <a:latin typeface="+mj-ea"/>
              <a:ea typeface="+mj-ea"/>
              <a:cs typeface="Arial Black" pitchFamily="34" charset="-120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814117B9-3B3E-9F21-F5BD-F452331E7E3F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952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5DBCC-9601-A99B-C4AF-FC1D41069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52B91904-678B-4800-A9A2-27EEFE96D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B9DB863B-D303-B6E4-CDD6-9F09B7E8B772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4333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E06EF-D1DD-820B-5FFC-7CFE11B6C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BB0C6C50-0ECD-91B1-5D76-E9472A61E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AB310BD7-F1BA-B7C3-764B-6E30E4535BE4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6991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DC17B-7E19-1790-8B7D-7A2EE7401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71AF1F9-A1C7-8A98-8A6E-385F672DA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72F71FFC-3D97-2EB1-8CBF-99BFD2A4FCE1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8290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F7C5E-9135-DB94-F58D-A6251443D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D0E01C6D-7290-A643-331D-8E4D46C4B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1F32D19F-0E4A-0D92-26C7-983A7A24F8C7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739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766"/>
            </a:gs>
            <a:gs pos="68000">
              <a:srgbClr val="0F172A"/>
            </a:gs>
          </a:gsLst>
          <a:lin ang="162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D9A19C-4BA1-81FC-7756-D0D22D44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2">
            <a:extLst>
              <a:ext uri="{FF2B5EF4-FFF2-40B4-BE49-F238E27FC236}">
                <a16:creationId xmlns:a16="http://schemas.microsoft.com/office/drawing/2014/main" id="{F87E65F2-D257-E950-91C8-E6C891860FC9}"/>
              </a:ext>
            </a:extLst>
          </p:cNvPr>
          <p:cNvSpPr/>
          <p:nvPr/>
        </p:nvSpPr>
        <p:spPr>
          <a:xfrm>
            <a:off x="457200" y="1526343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3B82F6"/>
                </a:solidFill>
                <a:latin typeface="Arial Black" pitchFamily="34" charset="0"/>
              </a:rPr>
              <a:t>3</a:t>
            </a:r>
            <a:endParaRPr lang="en-US" sz="60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52DD5013-DF81-1C6B-844F-9AD612632A16}"/>
              </a:ext>
            </a:extLst>
          </p:cNvPr>
          <p:cNvSpPr/>
          <p:nvPr/>
        </p:nvSpPr>
        <p:spPr>
          <a:xfrm>
            <a:off x="457200" y="2300066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ja-JP" altLang="en-US" sz="3200" b="1" dirty="0">
                <a:solidFill>
                  <a:srgbClr val="FFFFFF"/>
                </a:solidFill>
                <a:latin typeface="+mj-ea"/>
                <a:ea typeface="+mj-ea"/>
                <a:cs typeface="Arial Black" pitchFamily="34" charset="-120"/>
              </a:rPr>
              <a:t>過学習とデータ拡張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1853F894-87B8-AE29-2D96-DEA1BED70CCB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011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F0F00-44D3-6C35-9267-388D5CFD8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28791D36-F4E0-DD49-7A9A-195F4426B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E50EAA21-DBBA-33F2-AB00-21E4D3DC67A6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8497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4CC2B-F5C2-DF22-9FB9-71BA43022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5ACD4F7A-A1B8-8489-97B8-442618F4C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2A9D778A-E9DA-8621-9CE1-542B228ACD35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575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FC12F-852A-8F9B-95DA-6BE9E3E6F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5BB44DFC-40E2-A225-2571-93787B6CF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DF159454-3DE8-A037-A0CB-18BB5C98E2E9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265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5737E-E542-AAAA-BD5E-DE4BE39A3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2E33A214-EA46-F65C-74FF-DE3B90C1C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58766346-D705-F75D-5B2E-3FE288B28D4A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426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5">
      <a:majorFont>
        <a:latin typeface="Arial"/>
        <a:ea typeface="游ゴシック"/>
        <a:cs typeface=""/>
      </a:majorFont>
      <a:minorFont>
        <a:latin typeface="Arial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5475</TotalTime>
  <Words>160</Words>
  <Application>Microsoft Office PowerPoint</Application>
  <PresentationFormat>画面に合わせる (16:9)</PresentationFormat>
  <Paragraphs>38</Paragraphs>
  <Slides>16</Slides>
  <Notes>16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0" baseType="lpstr">
      <vt:lpstr>游ゴシック</vt:lpstr>
      <vt:lpstr>Arial</vt:lpstr>
      <vt:lpstr>Arial Black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画像認識AIセミナー</dc:title>
  <dc:subject>PptxGenJS Presentation</dc:subject>
  <dc:creator>栗林 秀幸</dc:creator>
  <cp:lastModifiedBy>Hideyuki Kuribayashi</cp:lastModifiedBy>
  <cp:revision>1086</cp:revision>
  <dcterms:created xsi:type="dcterms:W3CDTF">2026-03-11T09:29:29Z</dcterms:created>
  <dcterms:modified xsi:type="dcterms:W3CDTF">2026-09-09T12:41:00Z</dcterms:modified>
</cp:coreProperties>
</file>