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0" r:id="rId2"/>
    <p:sldId id="328" r:id="rId3"/>
    <p:sldId id="327" r:id="rId4"/>
    <p:sldId id="325" r:id="rId5"/>
    <p:sldId id="330" r:id="rId6"/>
    <p:sldId id="321" r:id="rId7"/>
    <p:sldId id="337" r:id="rId8"/>
    <p:sldId id="338" r:id="rId9"/>
    <p:sldId id="339" r:id="rId10"/>
    <p:sldId id="340" r:id="rId11"/>
    <p:sldId id="333" r:id="rId12"/>
    <p:sldId id="341" r:id="rId13"/>
    <p:sldId id="342" r:id="rId14"/>
    <p:sldId id="343" r:id="rId15"/>
    <p:sldId id="344" r:id="rId16"/>
    <p:sldId id="345" r:id="rId17"/>
    <p:sldId id="346" r:id="rId18"/>
    <p:sldId id="34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F3FF"/>
    <a:srgbClr val="B9EDFF"/>
    <a:srgbClr val="E3F3D1"/>
    <a:srgbClr val="E2CFF1"/>
    <a:srgbClr val="D6BBEB"/>
    <a:srgbClr val="BECAE8"/>
    <a:srgbClr val="A5B6DF"/>
    <a:srgbClr val="6E89CC"/>
    <a:srgbClr val="1C2B50"/>
    <a:srgbClr val="2538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35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B70F-2B57-637F-AF37-27D5921A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0EFA8-828E-FF2E-2628-23AAD7A5C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A6FC3-E6B0-F0B4-B173-25839AA88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45C0-55DA-12A8-E565-144EF4588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93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2A35-9695-526E-1AE9-BC311244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C7B8C-7036-1A4A-B3FE-ABF587C38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85913-EA23-AE67-E6F0-4441DB975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5E2F0-DCF9-CF48-43FB-2DFEE680C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43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E76B5-9DFB-5C20-0E06-C5C389B2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2673B-5F84-1ECA-E975-08EA2D984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E2559-D167-9243-E225-33DA0E9C6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D0780-A9D1-D76F-5D6D-4CCE62B70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17B3-8458-6BA2-29C6-48B4ADF2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465B5-2006-99E9-D289-CE239CC55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888E9-31D1-07D0-57EC-15D2F91F8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130CD-8657-2173-AAE0-3140EFC34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82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BD03-8056-EB88-1B60-52CFD7A9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C050B-D7C8-72A7-A3BB-0EE43D949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5C194-6BCB-918C-59F1-223F93889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81224-F047-2D86-0316-939156630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04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A717-19DB-8DE8-F5F9-6EDED2F0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9438A-EE4D-BD88-CD71-BC843CC91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C07C0-A362-987B-F1FA-16F2BB8E4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01371-E4DB-8056-C750-549DCE85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30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F45F-FF66-2E62-8444-AFFDB1DF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B3B51-ED1A-FB77-E306-68F844E23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604F-BA7E-60A3-85D4-C38E0C3BC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79965-725E-49D0-F32E-CDEA792F6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82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E9E5-7F90-B080-1CD1-79439972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96820-2E55-82BA-CE49-A2EDF7680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9ED7E-6F06-2A00-7B35-FAD1A4037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DC1C9-198F-8B16-D557-EFF6EC2F1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82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EDEF-7466-A24E-D48F-82499A7A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307D7-7F88-03B6-96EA-2B2313CE9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0EE58-DF4D-0912-604D-A93465F39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C7E3F-C78E-4DC6-436E-313E5342F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69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FA13-859F-42DE-C187-30223DD0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D38F-9B7E-9EB2-5D13-05E3212B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73EBB-C7CD-A525-FC8D-4FD05DDFF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8032-0CC1-3216-DA1B-5FBFB1BB4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9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64B79-888C-F71A-2EE2-3DD962F9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EA954-3C95-B95C-A740-ECFCEA9E2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DE666-97A5-4DCB-146F-BCD1A6816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53AD6-D101-FFE2-610E-8B04B9396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1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7E96-4560-4058-D0C8-7E5E899C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DFC09-709B-B5B3-BAC0-E0DDBB403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344FD-F3D2-3AEA-9C61-8B0A16BFC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01358-6EE4-172F-5A99-09DB72ED5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89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CF34-54AE-146D-89C4-B2F91757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D4748-0D21-1668-317A-43C7058ED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63427-357B-CC16-0D40-BDD637A9E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D9357-9501-C424-EC9D-94DFD3C71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15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0149-CE81-59E6-3983-CAA329DF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58930-0071-B7B6-23E5-044C2F82A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7450D-77B5-5145-4CA3-5965E3D11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BF54-F9DA-91A0-F348-2C14445D5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16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ABDF0-0A17-F28F-6662-74F446C1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B1992-F5E1-B8F3-76CF-ED5E97C23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40E1F-4C5F-628D-61BD-7C4C46774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BF26D-288F-A67B-110E-E650D5921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33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95B13-6978-C1D1-7693-BE71DC2B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6A9DE-46AA-C70A-4F4A-D33FD6386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32484-B292-74AD-38B0-57555DB22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C45BE-8D68-4FD7-7326-A6B142316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24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8FCE-0210-85B7-C9DD-D4526911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CEE9A-E9B0-A14C-52AB-F27373331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31594-0EF3-70E1-7540-6C9DCE892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77532-FB36-F609-4C87-AFA760ACF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6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59768-A626-B748-FD2B-AF3F0EC5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724559-42E5-C7B1-4EA5-A07A610F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8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8D76D-434F-2A97-29A8-4EB8BA43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8BCD7-D12D-2D30-BB0F-409D23CB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538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81295">
              <a:srgbClr val="0F172A"/>
            </a:gs>
            <a:gs pos="0">
              <a:srgbClr val="253869"/>
            </a:gs>
            <a:gs pos="66000">
              <a:srgbClr val="0F172A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F053C11B-CE64-1E6F-8B4C-7001EA985254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1</a:t>
            </a:r>
            <a:endParaRPr lang="en-US" sz="6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5E4B531-F214-82D4-96F7-D0DF967CAA18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ローカル</a:t>
            </a:r>
            <a:r>
              <a:rPr lang="en-US" altLang="ja-JP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の基礎知識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EBD2012-D036-89AF-232F-4096B3ABE829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53D69-372B-5B36-27B7-879FC719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EBC1E1-D9A9-47B7-2ED5-83DE60143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3A0AF1B-5FFF-E622-8603-5E6A39DB5FB8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702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29BBF-1CE9-2936-3B26-5239961E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C14A31E-9A40-A655-7BDC-64288B119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14F49D1-8E4B-D46B-438F-48F189B0BC5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374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9EBC6-4EAD-E89C-FE18-B6DFA52ED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82D7ECC-B5DA-DF40-109D-AA4800AF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495A4E4-E063-64B4-33E0-17E8FF5A78A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867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AE2F7-2E95-4621-082E-756E93F8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0D9F24C-9663-91DD-E9F7-FB5FA9A87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2DFFAE8-C841-87F2-76F3-94E6A5D839BF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6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50DE9-1AB2-BCB0-C951-610098148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40CBCF9F-1B86-E019-B33E-824F0A1CC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2BC04DA-0973-7615-803A-CEB235D0597B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9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F21B-3D12-65C9-F9C2-F96324E1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C0C35D5-8D39-6408-8F5A-B7480855C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9D9FBD6-4E53-5C41-727E-B10953A53749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352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49C7-BD23-74D3-1E26-777F56F1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5552F0E-335C-333B-707E-AB4687C11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935D0212-55E5-F53C-DC92-ADC345685588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14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6965-6C6A-95F6-B4F7-E25DE8F9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705970B3-3466-433D-5A19-1BD51F29C84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650B44C-3925-E077-9706-9B71551F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3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9A9C-72C2-E803-44C2-E941DB52F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32CE466-B077-8BEF-B1F0-AD9802BF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882A816C-B1D6-EA7E-72AA-38C0844EB22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72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131D35"/>
            </a:gs>
            <a:gs pos="0">
              <a:srgbClr val="253869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9A19C-4BA1-81FC-7756-D0D22D44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E06D537C-5D84-0CE2-0482-6B1AEF2066DF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2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E35F462-1126-F333-E695-95EDE37631C4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ローカル</a:t>
            </a:r>
            <a:r>
              <a:rPr lang="en-US" altLang="ja-JP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の導入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C4A6642-1879-2E94-5D8E-AD59DE3DCAB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11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DF0D-EB54-0F39-95C8-4C274730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3A6E48B-BB6D-03D1-0871-A1A38BD33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BDF7779B-BC1A-1110-1318-AECC7259F83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8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DF50-5393-29F5-EDBE-AB61386E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402FFB3-86FE-BA43-2063-EEF9E9DBB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5FB37DFC-EBDC-C741-B028-A8312DD429F7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0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3674-F903-C6B1-8DBD-8A25CB0E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7579BE1-A304-2AE0-0C60-23D70A079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FA1CC4F-DA57-E3E0-994B-D2C9172DAD6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47EB-50E4-A3FB-2BC8-9795B7853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D9D7545-016A-6B42-8CDC-8373F2DEA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22FBD0BC-DF01-6534-6BE2-1F9FE0535CBF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5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439E-946B-0D73-D74B-BD3846CA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BA8BA603-FC2E-B13F-0C9D-74349E3CB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5E1BC8DC-C918-FDD8-85F1-291C737A0FF3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230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6EE9D-6D0C-9A5D-E0DF-7E36F219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00650BD-E166-946C-3A91-62A61A49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CB17CEA-3C2E-76B4-97EF-C9B7869B76E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630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DA44-60E2-9DB0-DADF-64362BE6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2645AEA-0971-F14B-ED0F-C06679A06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21A6C71-235B-D4DD-AD3C-EAB6BAA520E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36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4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5440</TotalTime>
  <Words>173</Words>
  <Application>Microsoft Office PowerPoint</Application>
  <PresentationFormat>画面に合わせる (16:9)</PresentationFormat>
  <Paragraphs>40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ローカルLLMセミナー</dc:title>
  <dc:subject>PptxGenJS Presentation</dc:subject>
  <dc:creator>栗林 秀幸</dc:creator>
  <cp:lastModifiedBy>Hideyuki Kuribayashi</cp:lastModifiedBy>
  <cp:revision>1123</cp:revision>
  <dcterms:created xsi:type="dcterms:W3CDTF">2026-03-11T09:29:29Z</dcterms:created>
  <dcterms:modified xsi:type="dcterms:W3CDTF">2026-09-09T12:43:50Z</dcterms:modified>
</cp:coreProperties>
</file>