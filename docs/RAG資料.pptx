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0" r:id="rId2"/>
    <p:sldId id="374" r:id="rId3"/>
    <p:sldId id="368" r:id="rId4"/>
    <p:sldId id="369" r:id="rId5"/>
    <p:sldId id="348" r:id="rId6"/>
    <p:sldId id="354" r:id="rId7"/>
    <p:sldId id="352" r:id="rId8"/>
    <p:sldId id="366" r:id="rId9"/>
    <p:sldId id="373" r:id="rId10"/>
    <p:sldId id="360" r:id="rId11"/>
    <p:sldId id="375" r:id="rId12"/>
    <p:sldId id="372" r:id="rId13"/>
    <p:sldId id="333" r:id="rId14"/>
    <p:sldId id="350" r:id="rId15"/>
    <p:sldId id="351" r:id="rId16"/>
    <p:sldId id="364" r:id="rId17"/>
    <p:sldId id="376" r:id="rId18"/>
    <p:sldId id="37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25D"/>
    <a:srgbClr val="2B4177"/>
    <a:srgbClr val="4769BD"/>
    <a:srgbClr val="0F172A"/>
    <a:srgbClr val="000000"/>
    <a:srgbClr val="0A0F1C"/>
    <a:srgbClr val="2F4885"/>
    <a:srgbClr val="243766"/>
    <a:srgbClr val="2E4682"/>
    <a:srgbClr val="3A58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35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5ADE-9BB2-33EA-7829-2F33C7D05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83E5D-F9D3-6103-ECE0-52E71EE0A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2622D-3146-9848-9A68-9D728C4AD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EEB5A-FFCD-8BCF-9E8C-ECB8B5CC1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0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0A87-C163-6B07-2DBB-FA3FADA6C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E0C6EB-8351-C2EF-A23C-05C566A431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F1152-1772-6717-EA80-07A33AAB1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031B2-CF81-DEFB-2E8F-54003F00A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846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3AAA5-B27F-622E-F231-CFD591FDB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46F33-EA26-BB79-A295-D6B83A73B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8CEA8-2A4F-9C46-4ED5-76DB27341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91228-D40A-FC14-DA3C-284CB202F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20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78E4-5302-A749-420F-A67F4233E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52C54-B4D6-A4B6-A7FB-E13F1F888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F6AF6D-DFC7-413E-60E1-42D2A285E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B2ADE-AC1B-00BF-120E-DCB8CE814B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86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6169C-6CF5-47FB-2678-D8F22D87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1155B-7652-F844-C165-D8F1628A92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FF8B3-BEA3-CC9E-21D3-5977E79F2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6844C-5880-8BC3-224A-55D1816661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0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533EE-9C8D-0527-C29C-5A9ADB7D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B1109-7EC5-CA1B-74FD-1AC043AF8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1CD49-7BF3-EB22-F80D-6050B2B0E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38DB9-56F0-3614-F0EE-CC60F993A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90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42E4-391F-5A5C-BE02-47452A99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62648-7EE2-E9F6-32A2-B35B204A5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D28DA-82DC-1B4C-81F0-EB1F88146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7428-0E31-1D4F-CB8D-26B550B39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09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A2930-F310-F4F5-D732-77567114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9270E-99EC-2E29-142F-073A12901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448C4-6BD9-A72A-C68D-D7D4A6941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46DE0-95E8-7D35-CD2C-A8CAEF83B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78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0E514-6A84-8889-F69F-684488BC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9331A-D453-67A3-228B-F38826480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9A270-E3EC-50B4-6A6F-48B95668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985BF-7F07-BC77-279E-CBE308731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390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96D33-5CF8-65FD-506D-F147F10D9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516AA-D6DE-6176-48A2-46A9DA20B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C2E8E-0E5C-3DD1-80AE-B9EDF7EDB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B4760-DE05-59C8-5EBD-8FCF62C7DF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77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22ECA-9A5A-6A3E-BCD1-F5AEF85F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98289-4B6B-A219-C5B7-29DE7E512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E349B-2D69-08BB-CF53-AE62C3B6E1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C1198-325C-D393-B169-B56E187EB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79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BFA13-859F-42DE-C187-30223DD0B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8D38F-9B7E-9EB2-5D13-05E3212B3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73EBB-C7CD-A525-FC8D-4FD05DDFF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98032-0CC1-3216-DA1B-5FBFB1BB4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69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FF481-CA88-F07D-3F58-C11D3588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1C469-117B-1336-5AED-A6B2DA8C2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2AF96-69DF-DC5C-E8DD-C44AD28DE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1F16B-2AAD-8E22-E161-ED3C987A3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64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0DE8-A025-EFE4-A204-BE2CB0F0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C7B6C-23C0-3300-44DB-A65BEE996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A45BD-81DD-7B37-F03B-B9223913C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595B5-7A6D-B1A9-0FA9-AA00C3E202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39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3E4FA-5D8D-91F3-4783-71EEA9EC7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C9ECB-7505-AC09-B918-AF2E688D8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49A01-3217-3191-36ED-785FC35C9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1DD07-2A6F-DB5B-85B6-4252BB6239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48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649D0-B245-6564-62FF-9BB703737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131E6-665D-8210-4C68-170D33FDC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623F2-3B75-A3B5-2DCA-87C45DDAF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32E17-5040-C3D4-76B7-39126B488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13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63B2-3587-2BCA-782C-DCB26F72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D95DC-B75A-5171-DFED-867B6CAD7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E3589-42E7-9AD3-ABD6-856FD0B1F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132DC-10BF-9C09-B987-F88DF7E91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06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459768-A626-B748-FD2B-AF3F0EC56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A724559-42E5-C7B1-4EA5-A07A610F2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086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D8D76D-434F-2A97-29A8-4EB8BA433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38BCD7-D12D-2D30-BB0F-409D23CB3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5385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rgbClr val="21325D"/>
            </a:gs>
            <a:gs pos="58000">
              <a:srgbClr val="0F172A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>
            <a:extLst>
              <a:ext uri="{FF2B5EF4-FFF2-40B4-BE49-F238E27FC236}">
                <a16:creationId xmlns:a16="http://schemas.microsoft.com/office/drawing/2014/main" id="{1AF79FDA-1E1B-FDE5-0A41-FAFA3C840D01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1</a:t>
            </a:r>
            <a:endParaRPr lang="en-US" sz="60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D52AFF0-9EBD-11AC-2331-BB92D967FEBA}"/>
              </a:ext>
            </a:extLst>
          </p:cNvPr>
          <p:cNvSpPr/>
          <p:nvPr/>
        </p:nvSpPr>
        <p:spPr>
          <a:xfrm>
            <a:off x="457200" y="230006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200" b="1" dirty="0">
                <a:solidFill>
                  <a:srgbClr val="FFFFFF"/>
                </a:solidFill>
                <a:latin typeface="Arial Black" panose="020B0A04020102020204" pitchFamily="34" charset="0"/>
                <a:ea typeface="+mj-ea"/>
                <a:cs typeface="Arial Black" pitchFamily="34" charset="-120"/>
              </a:rPr>
              <a:t>RAG</a:t>
            </a:r>
            <a:r>
              <a:rPr lang="ja-JP" alt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の基礎知識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04244F2-34E5-6579-06B1-0811AC31568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3A0BD-764E-E8C7-6523-480A8C90F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3188C1D-F8D5-B396-6E3A-44D529892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E234E708-F8A2-3073-D637-C862C2427F8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094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7AE7C0-5922-FE44-FB99-444E2DFA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4A5FC64-B12B-BFB9-C3BB-52C558DF0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20291B5-37AF-0937-D598-F866C35C1990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79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EFEEE-00A8-B2A7-D6A5-8BAE4B02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34D09558-617F-2300-50B5-C63F2D7EE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4076AF34-7CF1-AB1E-4989-E9402ACE3B4C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9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5715E-F5BF-1852-5D5B-82748ED4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52DBF755-64DF-754B-0011-15E282023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B1A884EA-79BB-398D-D272-3764C0681C6B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84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AFD46-ADB9-6FA9-380F-A84ACEBF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F49F9BD8-C83C-7932-DACD-A4AD6769C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FFA75B9F-E258-5C69-58E2-6C7299B7F378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261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2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1E9B3-00B1-0BD1-9259-57D61203C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82400D4-F532-AF19-4D97-0BAA966C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EDDB86FB-E0FE-8DA5-FB79-5462C51EC655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76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F9261-012E-85F1-AE59-3ED7CCB2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B61B22E-7B0B-A421-C382-A9DE575AB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FBF4FDF3-4E4D-1427-6A15-925F167C4712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150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D576-AB24-2F8B-836B-9FBD8BE3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4D49A29-6C32-D0E7-EFA8-CB321DE5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09A2B251-0F32-FFA4-25A2-0A0DC689BEF9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917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60FE2E-6A52-3126-23F0-4201AF7A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3A33A842-B911-F817-6782-68E0F881C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5C564FF6-9E3F-B81A-8BBF-B77A37A9445A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108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CCD-7213-4072-191A-4BD846A3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6C91A3B-4F35-8B80-84E6-10850A3B9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09FA77F-693D-FA25-1EB5-5BB981C8258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275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F7428-F7D2-84CB-D173-5432A084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C7E016FE-AB0C-EECC-F8F0-C855E01E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697828BC-E84F-EEA8-5C2D-7260F2E77DF1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76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1325D"/>
            </a:gs>
            <a:gs pos="55000">
              <a:srgbClr val="0F172A"/>
            </a:gs>
          </a:gsLst>
          <a:lin ang="162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9A19C-4BA1-81FC-7756-D0D22D44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>
            <a:extLst>
              <a:ext uri="{FF2B5EF4-FFF2-40B4-BE49-F238E27FC236}">
                <a16:creationId xmlns:a16="http://schemas.microsoft.com/office/drawing/2014/main" id="{65915324-BFD8-0D9A-09F7-2905C87B81B9}"/>
              </a:ext>
            </a:extLst>
          </p:cNvPr>
          <p:cNvSpPr/>
          <p:nvPr/>
        </p:nvSpPr>
        <p:spPr>
          <a:xfrm>
            <a:off x="457200" y="1526343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3B82F6"/>
                </a:solidFill>
                <a:latin typeface="Arial Black" pitchFamily="34" charset="0"/>
              </a:rPr>
              <a:t>2</a:t>
            </a:r>
            <a:endParaRPr lang="en-US" sz="6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CB20C02E-8EA2-94A4-01D6-64A96D60DD1E}"/>
              </a:ext>
            </a:extLst>
          </p:cNvPr>
          <p:cNvSpPr/>
          <p:nvPr/>
        </p:nvSpPr>
        <p:spPr>
          <a:xfrm>
            <a:off x="457200" y="2300066"/>
            <a:ext cx="8229600" cy="11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3200" b="1" dirty="0">
                <a:solidFill>
                  <a:srgbClr val="FFFFFF"/>
                </a:solidFill>
                <a:latin typeface="Arial Black" pitchFamily="34" charset="0"/>
              </a:rPr>
              <a:t>RAG</a:t>
            </a:r>
            <a:r>
              <a:rPr lang="ja-JP" altLang="en-US" sz="3200" b="1" dirty="0">
                <a:solidFill>
                  <a:srgbClr val="FFFFFF"/>
                </a:solidFill>
                <a:latin typeface="Arial Black" pitchFamily="34" charset="0"/>
              </a:rPr>
              <a:t>の検索精度を上げる仕組み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4703AA3-FAD5-5FF2-6C4F-FE98ED269204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011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B04D0-CBE8-0CAA-C9F2-5075A343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DDFF3249-7424-61D6-70E5-2DBED637D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280BD7F1-8C1D-89F8-ADC7-37716AC3AE1A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509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E4A21-A6D9-EB1F-9F5E-73C8EF3D1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281CB3F-AC2F-0ED2-1C62-7498322AD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09BCE55B-8890-D7D9-D66E-43BEBBB52223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669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ABEF6-6CA5-0B36-F358-F5F7B05C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50710A47-6CBA-3379-A193-F92335FAB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CCEFE1D-50A7-A4FA-1AF8-2D71682D49C8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087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61611-7904-A1BD-267A-9C2CB04AF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8F6B2FE-6CFA-2499-6730-476F40F99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19662CAD-4375-D340-8B19-DB6A56A03136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67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7D16-AFF7-4E28-B163-017CF018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6467AFB-214B-7646-5F31-5E7736569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DA00CCAE-AD66-2B53-3E26-48B8AF1C4292}"/>
              </a:ext>
            </a:extLst>
          </p:cNvPr>
          <p:cNvSpPr/>
          <p:nvPr/>
        </p:nvSpPr>
        <p:spPr>
          <a:xfrm>
            <a:off x="7216140" y="4913145"/>
            <a:ext cx="19278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35354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©2026 OpenUp Next Engineer Inc.   7</a:t>
            </a:r>
            <a:endParaRPr lang="en-US" sz="800" dirty="0">
              <a:solidFill>
                <a:srgbClr val="5353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60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3">
      <a:majorFont>
        <a:latin typeface="Arial"/>
        <a:ea typeface="游ゴシック"/>
        <a:cs typeface=""/>
      </a:majorFont>
      <a:minorFont>
        <a:latin typeface="Arial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5744</TotalTime>
  <Words>175</Words>
  <Application>Microsoft Office PowerPoint</Application>
  <PresentationFormat>画面に合わせる (16:9)</PresentationFormat>
  <Paragraphs>40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1" baseType="lpstr"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RAGセミナー</dc:title>
  <dc:subject>PptxGenJS Presentation</dc:subject>
  <dc:creator>栗林 秀幸</dc:creator>
  <cp:lastModifiedBy>Hideyuki Kuribayashi</cp:lastModifiedBy>
  <cp:revision>1175</cp:revision>
  <dcterms:created xsi:type="dcterms:W3CDTF">2026-03-11T09:29:29Z</dcterms:created>
  <dcterms:modified xsi:type="dcterms:W3CDTF">2026-09-09T12:44:27Z</dcterms:modified>
</cp:coreProperties>
</file>