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57" r:id="rId2"/>
    <p:sldId id="355" r:id="rId3"/>
    <p:sldId id="360" r:id="rId4"/>
    <p:sldId id="359" r:id="rId5"/>
    <p:sldId id="260" r:id="rId6"/>
    <p:sldId id="356" r:id="rId7"/>
    <p:sldId id="337" r:id="rId8"/>
    <p:sldId id="341" r:id="rId9"/>
    <p:sldId id="340" r:id="rId10"/>
    <p:sldId id="358" r:id="rId11"/>
    <p:sldId id="333" r:id="rId12"/>
    <p:sldId id="338" r:id="rId13"/>
    <p:sldId id="347" r:id="rId14"/>
    <p:sldId id="350" r:id="rId15"/>
    <p:sldId id="351" r:id="rId16"/>
    <p:sldId id="352" r:id="rId17"/>
    <p:sldId id="353" r:id="rId18"/>
    <p:sldId id="35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3F61"/>
    <a:srgbClr val="183C5C"/>
    <a:srgbClr val="183D5E"/>
    <a:srgbClr val="1C476E"/>
    <a:srgbClr val="1D4B75"/>
    <a:srgbClr val="266196"/>
    <a:srgbClr val="4E93D2"/>
    <a:srgbClr val="253765"/>
    <a:srgbClr val="23345F"/>
    <a:srgbClr val="2436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35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64F49-1646-C731-86F9-228DBB8B2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99F73-2BCA-55CF-D2CB-CCCD7F9A2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2EC49-DBD5-8C18-FB9B-453E77A0C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0442B-E4D4-5503-10F4-D267E9C256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83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F458B-ED72-50BB-C1B6-EE601BFF2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DB039-6B34-626F-E8C5-E2385B632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C4AB9-68DB-F105-8947-414A61DCB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905E0-93A9-1364-B9A6-E4ADC83FA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81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3B070-45CA-5368-F910-E86E30FD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70F57-18CC-D525-C089-79EC44F29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6476E-DCFE-ECFB-4C14-3B2289EBB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773C7-3FC5-4C67-B80C-1043BE1259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1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18C4B-B5B6-0D8D-CFD4-9B47A9C03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16F9E9-C217-B3A4-5EC7-7EE536F57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4AB5A-741E-621B-23C1-0EB4FF2C7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B7F83-4B83-308D-229B-64707D8342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5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6F12D-D6C3-B442-1D82-4BDF0180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B85E0-F01E-2BCD-AE68-52A24622A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1987C-9CBF-0B29-730D-CFDED46DD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7365E-196E-5F9C-FA89-30072FCB25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85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DF60-8E20-DFDE-2CD2-6C64A87E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2CFAC-1190-2B72-FDA9-17A6A68A2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73E78-EE2E-C396-B9CA-9022AB5BA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850A6-45EE-5A76-EE70-EA29BB4D5E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80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C432D-31F5-FF24-086F-61DA69F0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2B74B-189C-9633-8818-70332DA0E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8135C-0B14-1AD9-7A40-DDE52A09C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B91CA-D9BD-88EA-1B20-6904D061AD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67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5FA2F-063E-6DB4-69B1-CE6A5C60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010B5-A18D-BD94-124B-B57EB858F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FFAA5-F039-2206-FBDA-F23CD2206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E0390-CDAE-2A55-0D58-FC8E28547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29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989A9-C378-9224-8B2F-2AABC27DC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38A58-0322-84B3-E3EB-49FECAAAD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4F5FF-DD33-F4D8-3FFD-9B49BD17F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F1EA1-8054-A284-ED86-38741756A6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38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BFA13-859F-42DE-C187-30223DD0B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8D38F-9B7E-9EB2-5D13-05E3212B3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73EBB-C7CD-A525-FC8D-4FD05DDFF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98032-0CC1-3216-DA1B-5FBFB1BB4E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69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CB02-9760-58DA-AFC0-3DBBADFE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7A38B-EBCA-5286-FFD0-7FB710326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AF0F1-6FB4-A4FC-52DB-81EDFE6B5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52BE1-A688-3044-2760-C75DE9A08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484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0B81-D9AA-6BF1-27E7-9D24C3A4B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E15C9-36E2-C239-1458-A9D206978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53F56-3881-A536-C49A-AB8725B24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76D71-3EF7-7D8B-CB23-C0B748057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395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B2183-95FE-EE9C-3961-7D2633C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AB5C4-2397-2AAA-EA54-43DD21586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07FF2-644D-9A87-3033-28386E09D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21F6D-0C0C-75DB-BAFC-D71A45B3FD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61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751C4-614E-51B4-FD2C-6943AD4F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36AD3-5A36-3017-64E0-739FAC93C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ABEC1C-4CAC-B7B3-A60A-801B9BAB6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094F0-738A-721F-D7AD-232CFA6EA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72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AF87B-E6A8-E77D-1001-71A04B96C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B5082-A46E-F973-B969-3A3DBC5CF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90D94-1153-5E20-9947-EAB17C72D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4FD1E-CBBE-9CC3-C773-F5DD72797F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78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96F6-D335-10C2-3BCC-0F2CB9BD8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58D03-1B88-C53A-532E-7536838A7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E9BA8-512D-69B3-3FE7-50F5859E3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C342D-E95E-1A55-B72D-0AEB05A9C2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62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6CFFF-1FE1-3F43-500F-2E4FCC3A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4E3A0-22E1-2F04-FD26-224DC1FEA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B1835-419E-1F0E-E1FB-E90386D7D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C395E-F78D-1966-95DA-4C8247825F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10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459768-A626-B748-FD2B-AF3F0EC56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724559-42E5-C7B1-4EA5-A07A610F2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0869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D8D76D-434F-2A97-29A8-4EB8BA433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38BCD7-D12D-2D30-BB0F-409D23CB3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5385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rgbClr val="273A6B"/>
            </a:gs>
            <a:gs pos="100000">
              <a:srgbClr val="0F172A"/>
            </a:gs>
            <a:gs pos="100000">
              <a:srgbClr val="1D4B75"/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3359A-BA68-1E19-D344-59C1DF5C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2">
            <a:extLst>
              <a:ext uri="{FF2B5EF4-FFF2-40B4-BE49-F238E27FC236}">
                <a16:creationId xmlns:a16="http://schemas.microsoft.com/office/drawing/2014/main" id="{3AB24348-32FA-56B9-C43D-0E994F007428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08F0671D-5208-F1F4-C761-6D25C1BBB5DB}"/>
              </a:ext>
            </a:extLst>
          </p:cNvPr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  <a:ea typeface="游ゴシック" panose="020B0400000000000000" pitchFamily="50" charset="-128"/>
                <a:cs typeface="Arial Black" pitchFamily="34" charset="-120"/>
              </a:rPr>
              <a:t>1</a:t>
            </a:r>
            <a:endParaRPr lang="en-US" sz="60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372DBEA4-0487-8AD4-9ECE-A567A81E5290}"/>
              </a:ext>
            </a:extLst>
          </p:cNvPr>
          <p:cNvSpPr/>
          <p:nvPr/>
        </p:nvSpPr>
        <p:spPr>
          <a:xfrm>
            <a:off x="457200" y="23000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FFFFFF"/>
                </a:solidFill>
                <a:latin typeface="Arial Black" pitchFamily="34" charset="0"/>
                <a:ea typeface="游ゴシック" panose="020B0400000000000000" pitchFamily="50" charset="-128"/>
                <a:cs typeface="Arial Black" pitchFamily="34" charset="-120"/>
              </a:rPr>
              <a:t>自動車工場の品質検査</a:t>
            </a:r>
          </a:p>
        </p:txBody>
      </p:sp>
    </p:spTree>
    <p:extLst>
      <p:ext uri="{BB962C8B-B14F-4D97-AF65-F5344CB8AC3E}">
        <p14:creationId xmlns:p14="http://schemas.microsoft.com/office/powerpoint/2010/main" val="992994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D4B0-DA43-0D74-0847-E8A31A14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8CD9185C-0C3B-DFCB-9ECF-FCF495F26E4F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9C8180D-7529-7338-A8C9-9A650183E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72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CDA21-A5A9-74DB-3D51-3EED727F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5D2D516D-E818-16E3-B77A-78B8FD62D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6136D401-886F-0CA5-2DA2-EF641AE849C1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362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91A5C-40AD-BBB6-4CDB-2D1E6791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E6EC955-BCFF-CB6E-A5BC-8BAB02C19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736DAC57-BFEA-285F-7225-BA33E4AE685D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213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1">
          <a:gsLst>
            <a:gs pos="2000">
              <a:srgbClr val="243662"/>
            </a:gs>
            <a:gs pos="100000">
              <a:srgbClr val="0F172A"/>
            </a:gs>
            <a:gs pos="100000">
              <a:srgbClr val="1C476E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>
            <a:extLst>
              <a:ext uri="{FF2B5EF4-FFF2-40B4-BE49-F238E27FC236}">
                <a16:creationId xmlns:a16="http://schemas.microsoft.com/office/drawing/2014/main" id="{4D433515-49C9-5685-565B-5ADCA4B5BADB}"/>
              </a:ext>
            </a:extLst>
          </p:cNvPr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</a:rPr>
              <a:t>2</a:t>
            </a:r>
            <a:endParaRPr lang="en-US" sz="60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2F26C6A5-50C3-B285-9D4B-219028C2A3AE}"/>
              </a:ext>
            </a:extLst>
          </p:cNvPr>
          <p:cNvSpPr/>
          <p:nvPr/>
        </p:nvSpPr>
        <p:spPr>
          <a:xfrm>
            <a:off x="457200" y="23000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200" b="1" dirty="0">
                <a:solidFill>
                  <a:srgbClr val="FFFFFF"/>
                </a:solidFill>
                <a:latin typeface="Arial Black" panose="020B0A04020102020204" pitchFamily="34" charset="0"/>
                <a:ea typeface="游ゴシック" panose="020B0400000000000000" pitchFamily="50" charset="-128"/>
                <a:cs typeface="Arial Black" pitchFamily="34" charset="-120"/>
              </a:rPr>
              <a:t>CNN</a:t>
            </a:r>
            <a:r>
              <a:rPr lang="ja-JP" alt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の基礎知識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F71AF46D-4DE7-0F9E-E566-8F583C53D015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11A34-0B04-2909-E344-377114D31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18F482B-1579-4F68-AE0F-059B2F837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A1733451-EA4A-9931-5847-182CEE14F7DB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500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F300-179F-CDA6-195C-29F5289CC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793DCE34-697C-D545-C2E3-D19E57853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C047D973-B8F8-60F1-5F1D-7E06CF897082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64B52-3C16-13DE-EB1A-814AF0932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2C40425-0FB6-373A-26C9-A47262443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46B014D7-FCB6-9B36-51CA-95286490F186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87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20838-B9BE-5E14-FC7A-F7F058436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A964065-AB3A-17C6-D877-217F0D0A5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8AE01E78-D062-F5A9-91DA-DBEE5ABF4978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36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01665-4A72-0E13-2375-1C0742A1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3BEF47A-F91E-F2CC-C13F-8B6740EF6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129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924D4B30-CCA1-65A8-5581-CF4927FCECC0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155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rgbClr val="243662"/>
            </a:gs>
            <a:gs pos="100000">
              <a:srgbClr val="0F172A"/>
            </a:gs>
            <a:gs pos="100000">
              <a:srgbClr val="183D5E"/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9A19C-4BA1-81FC-7756-D0D22D44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>
            <a:extLst>
              <a:ext uri="{FF2B5EF4-FFF2-40B4-BE49-F238E27FC236}">
                <a16:creationId xmlns:a16="http://schemas.microsoft.com/office/drawing/2014/main" id="{BBA35B9B-AC2E-C5EF-0B20-281DE6BEE680}"/>
              </a:ext>
            </a:extLst>
          </p:cNvPr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</a:rPr>
              <a:t>3</a:t>
            </a:r>
            <a:endParaRPr lang="en-US" sz="6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24044E6-BAB0-405E-9282-55A032E6BD34}"/>
              </a:ext>
            </a:extLst>
          </p:cNvPr>
          <p:cNvSpPr/>
          <p:nvPr/>
        </p:nvSpPr>
        <p:spPr>
          <a:xfrm>
            <a:off x="457200" y="23000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Arial Black" pitchFamily="34" charset="-120"/>
              </a:rPr>
              <a:t>転移学習とファインチューニング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92A4D56-76F2-9487-756A-58A3B6C63EAC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011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4EF13-32C9-884D-31AC-B248A4228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D55E1C2-B642-FA09-C355-EF278DE0D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F53EB528-9284-0A62-B741-33DB11D63AE2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922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C17B-7E19-1790-8B7D-7A2EE7401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C8E4AF42-BE2A-0D44-E23D-4E85B50B3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" y="0"/>
            <a:ext cx="9133675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EBADC30A-EFBE-6165-44BE-C28E9FEF46E0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290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rgbClr val="23345F"/>
            </a:gs>
            <a:gs pos="100000">
              <a:srgbClr val="0F172A"/>
            </a:gs>
            <a:gs pos="100000">
              <a:srgbClr val="183C5C"/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D56F5-FD26-BB48-4F25-96AB37A9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>
            <a:extLst>
              <a:ext uri="{FF2B5EF4-FFF2-40B4-BE49-F238E27FC236}">
                <a16:creationId xmlns:a16="http://schemas.microsoft.com/office/drawing/2014/main" id="{FB4481FF-EFA5-C4CD-7641-102504ED2F72}"/>
              </a:ext>
            </a:extLst>
          </p:cNvPr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</a:rPr>
              <a:t>4</a:t>
            </a:r>
            <a:endParaRPr lang="en-US" sz="6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81FA3698-B46F-1916-A05A-1054C49D9A21}"/>
              </a:ext>
            </a:extLst>
          </p:cNvPr>
          <p:cNvSpPr/>
          <p:nvPr/>
        </p:nvSpPr>
        <p:spPr>
          <a:xfrm>
            <a:off x="457200" y="23000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Arial Black" pitchFamily="34" charset="-120"/>
              </a:rPr>
              <a:t>推論結果の評価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5174E4DE-03F6-E271-949F-20F5869EB04C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952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5BD57-1676-6037-69F2-CDA86636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D18CC7F-DFDF-592A-0BA0-CB9E7397B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05E5786E-8A5A-42FA-A2FE-FA94989AB556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585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4017-FE8D-C111-30C0-513834A7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AAA5C5E9-3B90-FC1B-BDCB-AE6B39693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006972D6-D656-8138-27B0-7D5E86BD0161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884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6C898-8798-B187-2FE3-0511ECF6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0FFF85B-ADCD-C254-CAA8-58C77ED91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289F654A-81E7-08C4-91C0-47AAB642DCEC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125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052FE-F9E5-FF0F-3BE0-760ECA0FD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E4A72D9F-6CFA-E03D-6138-055332F61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F149CFDD-27A2-B647-C3D7-34E2AE29E689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319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Segoe UI"/>
        <a:ea typeface="BIZ UDPゴシック"/>
        <a:cs typeface=""/>
      </a:majorFont>
      <a:minorFont>
        <a:latin typeface="Segoe UI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6142</TotalTime>
  <Words>183</Words>
  <Application>Microsoft Office PowerPoint</Application>
  <PresentationFormat>画面に合わせる (16:9)</PresentationFormat>
  <Paragraphs>44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游ゴシック</vt:lpstr>
      <vt:lpstr>Arial</vt:lpstr>
      <vt:lpstr>Arial Black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生成AIセミナー</dc:title>
  <dc:subject>PptxGenJS Presentation</dc:subject>
  <dc:creator>栗林 秀幸</dc:creator>
  <cp:lastModifiedBy>Hideyuki Kuribayashi</cp:lastModifiedBy>
  <cp:revision>1172</cp:revision>
  <dcterms:created xsi:type="dcterms:W3CDTF">2026-03-11T09:29:29Z</dcterms:created>
  <dcterms:modified xsi:type="dcterms:W3CDTF">2026-09-09T12:42:08Z</dcterms:modified>
</cp:coreProperties>
</file>