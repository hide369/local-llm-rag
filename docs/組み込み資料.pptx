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60" r:id="rId2"/>
    <p:sldId id="356" r:id="rId3"/>
    <p:sldId id="357" r:id="rId4"/>
    <p:sldId id="355" r:id="rId5"/>
    <p:sldId id="358" r:id="rId6"/>
    <p:sldId id="359" r:id="rId7"/>
    <p:sldId id="360" r:id="rId8"/>
    <p:sldId id="361" r:id="rId9"/>
    <p:sldId id="362" r:id="rId10"/>
    <p:sldId id="269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289" r:id="rId20"/>
    <p:sldId id="371" r:id="rId21"/>
    <p:sldId id="372" r:id="rId22"/>
    <p:sldId id="373" r:id="rId23"/>
    <p:sldId id="374" r:id="rId24"/>
    <p:sldId id="375" r:id="rId25"/>
    <p:sldId id="376" r:id="rId26"/>
    <p:sldId id="37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869"/>
    <a:srgbClr val="1D2C53"/>
    <a:srgbClr val="283D72"/>
    <a:srgbClr val="0F172A"/>
    <a:srgbClr val="E8D8F4"/>
    <a:srgbClr val="D5B8EA"/>
    <a:srgbClr val="C6DCF0"/>
    <a:srgbClr val="D0E5C1"/>
    <a:srgbClr val="A66BD3"/>
    <a:srgbClr val="8EB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35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458B-ED72-50BB-C1B6-EE601BFF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B039-6B34-626F-E8C5-E2385B63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C4AB9-68DB-F105-8947-414A61DCB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05E0-93A9-1364-B9A6-E4ADC83FA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8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F5A5-D4BE-0F27-6605-BBB1BCCF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6C146-3AC7-40F6-0C15-1C409579C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17C05-D6D6-3E43-D261-877A83BDE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F18BD-2F3A-EFC7-88CD-1B429F939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70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458B-ED72-50BB-C1B6-EE601BFF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B039-6B34-626F-E8C5-E2385B63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C4AB9-68DB-F105-8947-414A61DCB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05E0-93A9-1364-B9A6-E4ADC83FA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81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D3F6-D1AE-6B63-5583-D127360A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7812F-693D-35C9-DB2A-F319D304F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E642D-022F-BA99-A230-D9FDD37DB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A59E1-91B3-3FD9-DB5F-FABF4A7A6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95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9782-997B-C185-E377-A1897809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5D82B-8476-65DE-3009-8A36DE601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6F1CC-47BA-B73D-0693-C566DB535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54BD8-3430-BAC8-5771-46C50DE7F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0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7B507-318A-005C-EF43-E0581C5B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3EE44-30CB-EE20-5454-11956C808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FEA65-F31B-9498-6302-A9FE7E509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B5828-EEF2-6D86-37E7-D6B736EA1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0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019A-987C-5756-0A14-7D3E20CD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FFC7B-B66D-E124-9392-1DCF0835A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399D4-15B0-A4F6-973F-0B642A192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E70B1-E476-DC1A-A937-797D550C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20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294E-5BC2-DAE7-3D64-9148E6C4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45ED-5E36-3537-7F67-71A14B903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53C6E-4BEB-67CA-723A-295643661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DD591-AAFE-6050-C460-1B8C3F021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AF16-6DFB-F647-157A-082F2837A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615AD-1A48-6941-F97D-FE968A2B5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3235C-D9AE-7800-41E2-48341C48A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CB916-390D-96B9-CE07-27FFFAF92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23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337D-5508-7946-AA79-A405ED0D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FBA89-E196-054C-7FB6-9F903041C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7DA6A-324A-7897-7A53-E7574DA9B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9733-6297-4E8C-BA69-157CD4932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80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BA65-0E93-1363-DE67-D9CC60CB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9C18C-D9C5-8B87-9C27-5CE760667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22F0C-F737-503B-7489-E3A6BC215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BD01F-0919-B87A-0443-1757FED17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34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CD13-9136-CC76-7DAB-0B3921E0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65E52-FE4F-DFD3-F977-DD165E5FB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EF7CB-A231-AAB3-2C58-227C329BC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1CD2-64B1-F20D-005A-8462A9D8D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03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09DB-FD55-F091-D79C-A1012880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9AD53-1256-5040-81C7-C47E22357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BFD2F-0D2F-224B-B39D-6F0D54B69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D6B45-B627-CA88-D552-8F42C6126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98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1EFC-6DF6-1044-4C25-E4736069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AF651-CE4A-98A6-F119-C511A7C42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8F258-0603-C894-798F-D420C1FBF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DC45B-9724-A670-7139-40EB78B4D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72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FC4C7-DF0B-78B1-2EF4-2C8CE406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7E60F-781D-F53B-3A38-3E7BD8F3C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1A8F6-801A-CF9C-67B2-63F1AF8CF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CF5BF-B936-4969-C227-844EB7648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78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DB3A-61C7-7E27-D66D-5A25D51D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5A34E-203F-CED0-42B3-9A93156A1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BD6C6-C16B-A7F9-BAD7-31083530F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4D1DD-4E30-EED3-51A4-2DE777DEC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68E9-5A9C-15DB-F730-9795E52C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14D2D-A261-5549-F474-85A213093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00CA9-B194-2096-9481-C3AEAE79A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77621-DFA3-7C88-3F67-764C71B76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44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AA55-83A9-7E5F-7169-A1A1E03D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B5074-65FE-D2B8-3AE1-ED2D7E0FF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D21F9-5819-4721-879C-7BCF54DD4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98648-D522-B65F-FFBA-9AC608F619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3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EBB6C-E387-7632-6ACE-A7B9D068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31476-3460-C1D9-670F-39BECEAEE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47303-EA08-52B4-D055-AA0B217D9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6F13C-5C1F-CE1A-EAAA-D9F81FBFE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085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2CF1-B5F9-6C67-A7DF-87166599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EB1A7-60A7-B293-CDAF-F99912D6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A94E1-0A01-81CF-0DE5-9522E5F62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83A62-49C0-02B9-028D-C600F74A0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878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A67B-992F-AB5D-68C6-324CCC32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A1213-1236-5DF2-FADA-B5223B1FC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FD23C-572E-112C-77D6-42C9873E9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34003-9432-3A2E-7884-7E09D3F7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05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A8124-988B-1FA7-92AE-A3B2585B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3C167-BDCE-CE51-A576-013890272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0D1BC-808A-5128-28BA-4E05544F3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2984B-5D17-479F-2C0A-583A0CF77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52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3D18D-766A-2DBF-B5AF-099CC6DF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BE06E-42A0-57CA-4E8F-93E7B972A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4ACE0-E385-BADD-FEAB-82EC4F013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EDC9A-2513-E468-2562-6DF85A1D5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11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59768-A626-B748-FD2B-AF3F0EC5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724559-42E5-C7B1-4EA5-A07A610F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8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8D76D-434F-2A97-29A8-4EB8BA43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8BCD7-D12D-2D30-BB0F-409D23CB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538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2000">
              <a:srgbClr val="0F172A"/>
            </a:gs>
            <a:gs pos="100000">
              <a:srgbClr val="253869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マイコン</a:t>
            </a:r>
            <a:r>
              <a:rPr lang="ja-JP" alt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とは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A1D5FF6-B4ED-6279-72AB-6720BC7EDB23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D4B0-DA43-0D74-0847-E8A31A14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12E9D43-081B-A4EA-F466-D788EABC8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3388D6EA-0296-1FC8-2DA2-C4B75D914F5E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285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F09F-4929-D94E-2F94-DD58957C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E593EF7-46BA-2D5F-2B4F-8851EF365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" y="0"/>
            <a:ext cx="9116915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0651074E-AE53-F6E8-0A9E-5EB6D018AED7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40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D4B0-DA43-0D74-0847-E8A31A14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54DF4A80-A732-A8DB-9573-B38EB8AC8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E64C745-6216-F9B9-5263-0D0FAD3D3607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37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7CD4-3180-9C5B-6E4C-BEA6892E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91E7F4A-8BD9-4FDA-D490-382473FDD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B865FE40-465D-FC69-4CA9-8B47766ECB4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62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039A-B916-16BB-E9E3-5362F6EA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87C96C5-2A4A-5E77-C389-B5CA28C9E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D5E9812-1D1F-660E-28AF-FD73E059F7EF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53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8E7A-2928-1466-8173-C27F3A1D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D0AF0D1-3C14-EAF3-D298-9BEF13C35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4EE060B-E0B5-8ADD-5066-365B69D759E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690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5703-493B-3211-24D0-0A587812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E952EE8-954B-4A40-FF98-81FBCC5FA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A994A65-367A-9A18-2701-7D927AD6E4D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496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6EEF-2031-17EA-933B-CCAF2619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0B01BDD-0EEF-295E-27B4-EA9652CF9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E993887-D4A7-39EC-EF41-D4EB4912311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99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1">
          <a:gsLst>
            <a:gs pos="2000">
              <a:srgbClr val="253765"/>
            </a:gs>
            <a:gs pos="100000">
              <a:srgbClr val="0F172A"/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3B2C5997-1EC4-A90C-4095-D6AE922DC291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2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67EBFE84-C47D-9AA5-1971-8FF66ADABBF4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外部とやり取りする</a:t>
            </a:r>
            <a:r>
              <a:rPr lang="en-US" altLang="ja-JP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I/O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F654A23-B7C0-B7F0-0366-CBC92927E38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D189-9E45-54CC-6E3C-C865DAFF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2F1BE78-F8B5-53FB-485C-AF911E521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DA75A82-45E1-947D-FE11-B177D0F97FC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795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7476-5454-6D37-EB2C-A2167941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945512-96CC-D207-AF5F-C7CD1EE10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F2D8938-EC27-6258-CC3D-554617282DB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04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0C68-96E5-3133-59FA-19CF22945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74BCE5A-ADD4-403D-1113-8C931B399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168B670-AB83-0D57-02FA-52D1F875E7C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121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D85D-0A4B-859B-267E-74BFCB2A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18B2E99-D35E-C32D-CCE1-A766A9E35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6C1D085-AB83-E885-0439-C5C075F1CFB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36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052F-590A-0EDE-A560-D92A2CA7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1442BBC-0598-8B9B-8012-757D8BDFD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A1469555-1884-7ADD-C627-E3C95107ECFE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98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65B5-2389-A4A3-C116-1044FB67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E7B426E-78F5-E504-0B52-CC426F48D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57470EEB-C27D-14B3-D7A6-A6E7017F5487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566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133D-600F-5F0A-5D5D-AD172DC9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9A474BD-009E-FC01-C27F-EFF6BC05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E22DAEB1-F602-484C-6BDE-915AD87A25E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71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CD5F-E827-4958-29FE-AA77AEC2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9BA8FAB-6195-5064-BC84-586DF6522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0A59C43-0CBC-2A4F-2E50-75E23D533DA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13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gradFill flip="none" rotWithShape="1">
          <a:gsLst>
            <a:gs pos="2000">
              <a:srgbClr val="253765"/>
            </a:gs>
            <a:gs pos="100000">
              <a:srgbClr val="0F172A"/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BF8EA841-F225-54BD-1A55-86231673F01E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3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730FA8B-6123-4792-7935-ADEA5D46279B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200" b="1" dirty="0">
                <a:solidFill>
                  <a:srgbClr val="FFFFFF"/>
                </a:solidFill>
                <a:latin typeface="Arial Black" panose="020B0A04020102020204" pitchFamily="34" charset="0"/>
                <a:ea typeface="+mj-ea"/>
                <a:cs typeface="Arial Black" pitchFamily="34" charset="-120"/>
              </a:rPr>
              <a:t>AI</a:t>
            </a:r>
            <a:r>
              <a:rPr lang="ja-JP" altLang="en-US" sz="3200" b="1" dirty="0">
                <a:solidFill>
                  <a:srgbClr val="FFFFFF"/>
                </a:solidFill>
                <a:latin typeface="+mj-ea"/>
                <a:ea typeface="+mj-ea"/>
                <a:cs typeface="Arial Black" pitchFamily="34" charset="-120"/>
              </a:rPr>
              <a:t>を活用したプログラム開発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6A1B546-3990-4563-415A-9C8E6D7ABB7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5CEA-691A-4AB7-B863-39CF90E0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31392F4-1654-AFA6-3B12-B356F132C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115D3C4-B669-51A2-E2E9-8CC7D30CDE9D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61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DA9D-246F-6763-7480-69FC40D4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F7F17A2-7D15-5328-AEA6-BAEEC4B38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A921E6C-7803-9C5A-F164-2B58F334FA6B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27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807D-5069-7ED1-40D1-80B068C77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BBA163-DE8E-73B4-3981-919A562D7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6C3D73C-F435-0322-B330-15AB4767B453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72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52B2-2A66-32C1-2400-953C47AC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E4CAFA2-3738-6A94-5C2B-8AD1392E1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D71BE52-F79C-DBA0-9713-9DE11E42A9D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937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936C-92EB-EEC4-1B2B-E7646F88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BFA3CAC-B3D7-DE8F-C44F-BDA4D17B7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765AF064-8BF8-3E0F-DCBF-39C74CCF3CFF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70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231C-8BF2-6244-C1E8-8A05D13A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D223E0A-E08B-DD3D-D79F-6D78EAD2D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C2A8766E-1794-D5C6-85F6-39AEC6C59A7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35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A59D9-F619-5019-909E-70AFCAA7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CD4273A-387D-040C-0747-3584A612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54B2251-8AB5-87F2-3B5C-0C308AEA894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4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4202</TotalTime>
  <Words>253</Words>
  <Application>Microsoft Office PowerPoint</Application>
  <PresentationFormat>画面に合わせる (16:9)</PresentationFormat>
  <Paragraphs>58</Paragraphs>
  <Slides>26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游ゴシック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組み込みセミナー</dc:title>
  <dc:subject>PptxGenJS Presentation</dc:subject>
  <dc:creator>栗林 秀幸</dc:creator>
  <cp:lastModifiedBy>Hideyuki Kuribayashi</cp:lastModifiedBy>
  <cp:revision>956</cp:revision>
  <dcterms:created xsi:type="dcterms:W3CDTF">2026-03-11T09:29:29Z</dcterms:created>
  <dcterms:modified xsi:type="dcterms:W3CDTF">2026-09-09T12:43:05Z</dcterms:modified>
</cp:coreProperties>
</file>